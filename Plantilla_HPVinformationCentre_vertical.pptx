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"/>
  </p:notesMasterIdLst>
  <p:sldSz cx="6858000" cy="9144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601" autoAdjust="0"/>
    <p:restoredTop sz="87726" autoAdjust="0"/>
  </p:normalViewPr>
  <p:slideViewPr>
    <p:cSldViewPr>
      <p:cViewPr varScale="1">
        <p:scale>
          <a:sx n="61" d="100"/>
          <a:sy n="61" d="100"/>
        </p:scale>
        <p:origin x="1492" y="6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ómez Guillén, David" userId="e7b949cd-cc52-4b5f-85a5-0285b262b56c" providerId="ADAL" clId="{49F0468D-CCF5-4274-A954-58FE8221D1D7}"/>
    <pc:docChg chg="custSel addSld delSld modSld">
      <pc:chgData name="Gómez Guillén, David" userId="e7b949cd-cc52-4b5f-85a5-0285b262b56c" providerId="ADAL" clId="{49F0468D-CCF5-4274-A954-58FE8221D1D7}" dt="2021-09-28T17:27:55.808" v="15" actId="47"/>
      <pc:docMkLst>
        <pc:docMk/>
      </pc:docMkLst>
      <pc:sldChg chg="addSp delSp modSp new del mod modClrScheme chgLayout">
        <pc:chgData name="Gómez Guillén, David" userId="e7b949cd-cc52-4b5f-85a5-0285b262b56c" providerId="ADAL" clId="{49F0468D-CCF5-4274-A954-58FE8221D1D7}" dt="2021-09-28T17:27:55.808" v="15" actId="47"/>
        <pc:sldMkLst>
          <pc:docMk/>
          <pc:sldMk cId="886839636" sldId="256"/>
        </pc:sldMkLst>
        <pc:spChg chg="del">
          <ac:chgData name="Gómez Guillén, David" userId="e7b949cd-cc52-4b5f-85a5-0285b262b56c" providerId="ADAL" clId="{49F0468D-CCF5-4274-A954-58FE8221D1D7}" dt="2021-09-28T17:21:21.688" v="11" actId="700"/>
          <ac:spMkLst>
            <pc:docMk/>
            <pc:sldMk cId="886839636" sldId="256"/>
            <ac:spMk id="2" creationId="{14535B0B-862B-4827-99A0-054C6EE449C3}"/>
          </ac:spMkLst>
        </pc:spChg>
        <pc:spChg chg="del">
          <ac:chgData name="Gómez Guillén, David" userId="e7b949cd-cc52-4b5f-85a5-0285b262b56c" providerId="ADAL" clId="{49F0468D-CCF5-4274-A954-58FE8221D1D7}" dt="2021-09-28T17:21:21.688" v="11" actId="700"/>
          <ac:spMkLst>
            <pc:docMk/>
            <pc:sldMk cId="886839636" sldId="256"/>
            <ac:spMk id="3" creationId="{4F62ABE1-0ED4-4ACD-A354-31C16C386EC6}"/>
          </ac:spMkLst>
        </pc:spChg>
        <pc:spChg chg="add del mod ord">
          <ac:chgData name="Gómez Guillén, David" userId="e7b949cd-cc52-4b5f-85a5-0285b262b56c" providerId="ADAL" clId="{49F0468D-CCF5-4274-A954-58FE8221D1D7}" dt="2021-09-28T17:22:09.084" v="13" actId="700"/>
          <ac:spMkLst>
            <pc:docMk/>
            <pc:sldMk cId="886839636" sldId="256"/>
            <ac:spMk id="4" creationId="{59CC165E-7E85-41DE-9356-EE8167A8ED77}"/>
          </ac:spMkLst>
        </pc:spChg>
        <pc:spChg chg="add del mod ord">
          <ac:chgData name="Gómez Guillén, David" userId="e7b949cd-cc52-4b5f-85a5-0285b262b56c" providerId="ADAL" clId="{49F0468D-CCF5-4274-A954-58FE8221D1D7}" dt="2021-09-28T17:22:09.084" v="13" actId="700"/>
          <ac:spMkLst>
            <pc:docMk/>
            <pc:sldMk cId="886839636" sldId="256"/>
            <ac:spMk id="5" creationId="{1CBFD953-EA9E-4E69-8DB0-699CFCB92644}"/>
          </ac:spMkLst>
        </pc:spChg>
        <pc:spChg chg="add del mod ord">
          <ac:chgData name="Gómez Guillén, David" userId="e7b949cd-cc52-4b5f-85a5-0285b262b56c" providerId="ADAL" clId="{49F0468D-CCF5-4274-A954-58FE8221D1D7}" dt="2021-09-28T17:22:09.084" v="13" actId="700"/>
          <ac:spMkLst>
            <pc:docMk/>
            <pc:sldMk cId="886839636" sldId="256"/>
            <ac:spMk id="6" creationId="{C715A3D0-9A8B-422B-AA94-6413436AC286}"/>
          </ac:spMkLst>
        </pc:spChg>
        <pc:spChg chg="add del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7" creationId="{BA2061AA-285D-46C5-9002-920A3449EC74}"/>
          </ac:spMkLst>
        </pc:spChg>
        <pc:spChg chg="add del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8" creationId="{57FA0383-628F-4030-8822-20E201D4E2FD}"/>
          </ac:spMkLst>
        </pc:spChg>
        <pc:spChg chg="add del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9" creationId="{6C3800C5-30AA-49CB-B788-560BE125AABC}"/>
          </ac:spMkLst>
        </pc:spChg>
        <pc:spChg chg="add del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10" creationId="{E7955724-4434-469D-85AE-235730919EA8}"/>
          </ac:spMkLst>
        </pc:spChg>
        <pc:spChg chg="add del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11" creationId="{B9D0F464-B5FA-44E0-AE07-9F2B21233C41}"/>
          </ac:spMkLst>
        </pc:spChg>
        <pc:spChg chg="add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12" creationId="{44FC890E-BE11-46D4-8EAF-C4A4A95538A4}"/>
          </ac:spMkLst>
        </pc:spChg>
        <pc:spChg chg="add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13" creationId="{1981E6F8-4308-4688-B244-350447880CCD}"/>
          </ac:spMkLst>
        </pc:spChg>
        <pc:spChg chg="add mod ord">
          <ac:chgData name="Gómez Guillén, David" userId="e7b949cd-cc52-4b5f-85a5-0285b262b56c" providerId="ADAL" clId="{49F0468D-CCF5-4274-A954-58FE8221D1D7}" dt="2021-09-28T17:23:14.657" v="14" actId="700"/>
          <ac:spMkLst>
            <pc:docMk/>
            <pc:sldMk cId="886839636" sldId="256"/>
            <ac:spMk id="14" creationId="{113DF63C-FE55-4B26-986D-4068CB66B6D9}"/>
          </ac:spMkLst>
        </pc:spChg>
      </pc:sldChg>
      <pc:sldChg chg="addSp delSp modSp new del mod modClrScheme chgLayout">
        <pc:chgData name="Gómez Guillén, David" userId="e7b949cd-cc52-4b5f-85a5-0285b262b56c" providerId="ADAL" clId="{49F0468D-CCF5-4274-A954-58FE8221D1D7}" dt="2021-09-28T16:08:13.364" v="9" actId="47"/>
        <pc:sldMkLst>
          <pc:docMk/>
          <pc:sldMk cId="3812720011" sldId="256"/>
        </pc:sldMkLst>
        <pc:spChg chg="del">
          <ac:chgData name="Gómez Guillén, David" userId="e7b949cd-cc52-4b5f-85a5-0285b262b56c" providerId="ADAL" clId="{49F0468D-CCF5-4274-A954-58FE8221D1D7}" dt="2021-09-28T15:47:43.250" v="6" actId="700"/>
          <ac:spMkLst>
            <pc:docMk/>
            <pc:sldMk cId="3812720011" sldId="256"/>
            <ac:spMk id="2" creationId="{6D85D737-6F09-4EC1-BA6F-F93D7551F994}"/>
          </ac:spMkLst>
        </pc:spChg>
        <pc:spChg chg="del">
          <ac:chgData name="Gómez Guillén, David" userId="e7b949cd-cc52-4b5f-85a5-0285b262b56c" providerId="ADAL" clId="{49F0468D-CCF5-4274-A954-58FE8221D1D7}" dt="2021-09-28T15:47:43.250" v="6" actId="700"/>
          <ac:spMkLst>
            <pc:docMk/>
            <pc:sldMk cId="3812720011" sldId="256"/>
            <ac:spMk id="3" creationId="{A57CB7F5-2801-4F60-B808-4132B25D2D9A}"/>
          </ac:spMkLst>
        </pc:spChg>
        <pc:spChg chg="add del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4" creationId="{30B6A8C8-0899-4DC5-A113-0CC312FDA7CE}"/>
          </ac:spMkLst>
        </pc:spChg>
        <pc:spChg chg="add del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5" creationId="{3FE16654-C4E9-4209-9E06-B40FA8D4B8DF}"/>
          </ac:spMkLst>
        </pc:spChg>
        <pc:spChg chg="add del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6" creationId="{A2BD60A8-4050-43C1-A44E-AB27BB1F322F}"/>
          </ac:spMkLst>
        </pc:spChg>
        <pc:spChg chg="add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7" creationId="{CADC296F-FC18-4ABB-A64C-F16970821B38}"/>
          </ac:spMkLst>
        </pc:spChg>
        <pc:spChg chg="add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8" creationId="{229404D7-200B-4457-8C4F-74313620EA60}"/>
          </ac:spMkLst>
        </pc:spChg>
        <pc:spChg chg="add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9" creationId="{A9773E33-D47E-46A8-9A3C-62CA8CC7F0EE}"/>
          </ac:spMkLst>
        </pc:spChg>
        <pc:spChg chg="add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10" creationId="{8C6EF05F-614D-43AD-A1E6-0ED5333C7783}"/>
          </ac:spMkLst>
        </pc:spChg>
        <pc:spChg chg="add mod ord">
          <ac:chgData name="Gómez Guillén, David" userId="e7b949cd-cc52-4b5f-85a5-0285b262b56c" providerId="ADAL" clId="{49F0468D-CCF5-4274-A954-58FE8221D1D7}" dt="2021-09-28T15:48:41.137" v="8" actId="700"/>
          <ac:spMkLst>
            <pc:docMk/>
            <pc:sldMk cId="3812720011" sldId="256"/>
            <ac:spMk id="11" creationId="{D7292DF2-6FC0-4031-B8A2-B7F55B86DB17}"/>
          </ac:spMkLst>
        </pc:spChg>
      </pc:sldChg>
      <pc:sldChg chg="new del">
        <pc:chgData name="Gómez Guillén, David" userId="e7b949cd-cc52-4b5f-85a5-0285b262b56c" providerId="ADAL" clId="{49F0468D-CCF5-4274-A954-58FE8221D1D7}" dt="2021-09-28T15:45:47.287" v="3" actId="47"/>
        <pc:sldMkLst>
          <pc:docMk/>
          <pc:sldMk cId="3906286500" sldId="256"/>
        </pc:sldMkLst>
      </pc:sldChg>
      <pc:sldChg chg="addSp delSp modSp del mod modClrScheme chgLayout">
        <pc:chgData name="Gómez Guillén, David" userId="e7b949cd-cc52-4b5f-85a5-0285b262b56c" providerId="ADAL" clId="{49F0468D-CCF5-4274-A954-58FE8221D1D7}" dt="2021-09-28T15:45:47.962" v="4" actId="47"/>
        <pc:sldMkLst>
          <pc:docMk/>
          <pc:sldMk cId="3468886431" sldId="257"/>
        </pc:sldMkLst>
        <pc:spChg chg="del mod ord">
          <ac:chgData name="Gómez Guillén, David" userId="e7b949cd-cc52-4b5f-85a5-0285b262b56c" providerId="ADAL" clId="{49F0468D-CCF5-4274-A954-58FE8221D1D7}" dt="2021-09-21T15:02:15.424" v="1" actId="700"/>
          <ac:spMkLst>
            <pc:docMk/>
            <pc:sldMk cId="3468886431" sldId="257"/>
            <ac:spMk id="2" creationId="{EFF5B67D-C5EC-423C-95F4-1BDC3A0B127A}"/>
          </ac:spMkLst>
        </pc:spChg>
        <pc:spChg chg="del mod ord">
          <ac:chgData name="Gómez Guillén, David" userId="e7b949cd-cc52-4b5f-85a5-0285b262b56c" providerId="ADAL" clId="{49F0468D-CCF5-4274-A954-58FE8221D1D7}" dt="2021-09-21T15:02:15.424" v="1" actId="700"/>
          <ac:spMkLst>
            <pc:docMk/>
            <pc:sldMk cId="3468886431" sldId="257"/>
            <ac:spMk id="3" creationId="{D99E1E50-6E63-46F3-B3F3-B852E9D980B9}"/>
          </ac:spMkLst>
        </pc:spChg>
        <pc:spChg chg="add mod ord">
          <ac:chgData name="Gómez Guillén, David" userId="e7b949cd-cc52-4b5f-85a5-0285b262b56c" providerId="ADAL" clId="{49F0468D-CCF5-4274-A954-58FE8221D1D7}" dt="2021-09-21T18:15:36.592" v="2" actId="20577"/>
          <ac:spMkLst>
            <pc:docMk/>
            <pc:sldMk cId="3468886431" sldId="257"/>
            <ac:spMk id="4" creationId="{E5FCCE81-DF30-4F98-A2EA-0501AD3FB016}"/>
          </ac:spMkLst>
        </pc:spChg>
        <pc:spChg chg="add mod ord">
          <ac:chgData name="Gómez Guillén, David" userId="e7b949cd-cc52-4b5f-85a5-0285b262b56c" providerId="ADAL" clId="{49F0468D-CCF5-4274-A954-58FE8221D1D7}" dt="2021-09-21T15:02:15.424" v="1" actId="700"/>
          <ac:spMkLst>
            <pc:docMk/>
            <pc:sldMk cId="3468886431" sldId="257"/>
            <ac:spMk id="5" creationId="{8D4FD892-F61F-4DCB-8FD2-323CAB281034}"/>
          </ac:spMkLst>
        </pc:spChg>
        <pc:spChg chg="add mod ord">
          <ac:chgData name="Gómez Guillén, David" userId="e7b949cd-cc52-4b5f-85a5-0285b262b56c" providerId="ADAL" clId="{49F0468D-CCF5-4274-A954-58FE8221D1D7}" dt="2021-09-21T15:02:15.424" v="1" actId="700"/>
          <ac:spMkLst>
            <pc:docMk/>
            <pc:sldMk cId="3468886431" sldId="257"/>
            <ac:spMk id="6" creationId="{6A54156C-D262-4A3D-A087-C144446165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B21C-284C-4298-9247-EB13585CC730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34E6-B6FB-429D-BC12-30AE795898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296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B7DE30-6D9D-FE6D-50F0-2DD0F83402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5889" y="0"/>
            <a:ext cx="6626224" cy="914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5039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lantilla IC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PPT ICO_2016 (1)</Template>
  <TotalTime>1228</TotalTime>
  <Words>0</Words>
  <Application>Microsoft Office PowerPoint</Application>
  <PresentationFormat>Presentación en pantalla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3" baseType="lpstr">
      <vt:lpstr>Arial</vt:lpstr>
      <vt:lpstr>Calibri</vt:lpstr>
      <vt:lpstr>Plantilla 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Barrionuevo Rosas, Leslie</dc:creator>
  <cp:lastModifiedBy>Gómez Guillén, David</cp:lastModifiedBy>
  <cp:revision>87</cp:revision>
  <dcterms:created xsi:type="dcterms:W3CDTF">2016-05-06T09:04:25Z</dcterms:created>
  <dcterms:modified xsi:type="dcterms:W3CDTF">2025-11-05T17:35:58Z</dcterms:modified>
</cp:coreProperties>
</file>